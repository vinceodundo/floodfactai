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X CITY CLIMATE ACTION HACKATHON 2026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Product Demonstration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screen in this file is a real screenshot of the running application, captured with Playwright — not a mockup. Repository: github.com/VinceOdundo/FloodfactAI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START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independent layers of realism, both honestly labeled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Whole-app demo mode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Supabase project is configured for this deck. DEMO_MODE drives every screen from the same seed narrative as supabase/seed.sql — the identical query functions that read live Postgres through RLS in production instead read static fixtures.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Per-provider sandbox mode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Independently, each external integration — WhatsApp, SMS, the LLM, embeddings, flood-risk — self-selects live or sandbox based on whether its own credential is present. Sandbox evidence is always stamped quality: "degraded," never "ok."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657600"/>
          </a:xfrm>
          <a:prstGeom prst="roundRect">
            <a:avLst>
              <a:gd name="adj" fmla="val 2105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deploy away from real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Supabase credentials and fixtures become live rows. Add one provider's API key and that one adapter goes live. Zero code changes either way — see docs/SETUP.md.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IN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login screen swaps in two real roles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5-lo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 mode replaces Supabase Auth with a role switcher — Admin or Youth Ambassador — no accounts needed.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 — A RESIDENT ARRIVES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public site states the deal in one screen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834210" y="1728216"/>
            <a:ext cx="2520532" cy="4270248"/>
          </a:xfrm>
          <a:prstGeom prst="roundRect">
            <a:avLst>
              <a:gd name="adj" fmla="val 1814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1-land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89074" y="1783080"/>
            <a:ext cx="2410804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install, no account — the landing page links straight into reporting and the public alerts feed.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 — REPORTING TAKES SECONDS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“Water is rising fast near the railway crossing on Kanini Road”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714081" y="1728216"/>
            <a:ext cx="4760790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2-report-for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68945" y="1783080"/>
            <a:ext cx="4651062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same Zod-validated schema also accepts inbound WhatsApp and SMS — the form is the fallback channel.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 — IMMEDIATE ACKNOWLEDGMENT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resident is told their report is already moving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067812" y="1728216"/>
            <a:ext cx="605332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3-report-confirm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22676" y="1783080"/>
            <a:ext cx="594360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Submission triggers the classification pipeline immediately — no queue, no wondering if it arrived.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C5A5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AEE4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BEHIND THE SCENES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642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report runs the same six-stage, fully-audited pipeline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548640" y="16916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FE8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real code path — lib/pipeline/classify.ts calling lib/core/risk-engine.ts — not a simplified diagram.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54864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6" name="Shape 4"/>
          <p:cNvSpPr/>
          <p:nvPr/>
        </p:nvSpPr>
        <p:spPr>
          <a:xfrm>
            <a:off x="8229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80467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</a:t>
            </a:r>
            <a:endParaRPr lang="en-US" sz="1550" dirty="0"/>
          </a:p>
        </p:txBody>
      </p:sp>
      <p:sp>
        <p:nvSpPr>
          <p:cNvPr id="9" name="Text 7"/>
          <p:cNvSpPr/>
          <p:nvPr/>
        </p:nvSpPr>
        <p:spPr>
          <a:xfrm>
            <a:off x="80467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extracts hazard type, claimed location, and urgency — logged verbatim to nlu_extractions.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43840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1" name="Shape 9"/>
          <p:cNvSpPr/>
          <p:nvPr/>
        </p:nvSpPr>
        <p:spPr>
          <a:xfrm>
            <a:off x="271272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2" name="Text 10"/>
          <p:cNvSpPr/>
          <p:nvPr/>
        </p:nvSpPr>
        <p:spPr>
          <a:xfrm>
            <a:off x="271272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269443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Geocode</a:t>
            </a:r>
            <a:endParaRPr lang="en-US" sz="1550" dirty="0"/>
          </a:p>
        </p:txBody>
      </p:sp>
      <p:sp>
        <p:nvSpPr>
          <p:cNvPr id="14" name="Text 12"/>
          <p:cNvSpPr/>
          <p:nvPr/>
        </p:nvSpPr>
        <p:spPr>
          <a:xfrm>
            <a:off x="269443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claimed location is matched against a real Mukuru gazetteer and resolved to a pilot area via PostGIS.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432816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16" name="Shape 14"/>
          <p:cNvSpPr/>
          <p:nvPr/>
        </p:nvSpPr>
        <p:spPr>
          <a:xfrm>
            <a:off x="460248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460248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58419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Gather Evidence</a:t>
            </a:r>
            <a:endParaRPr lang="en-US" sz="1550" dirty="0"/>
          </a:p>
        </p:txBody>
      </p:sp>
      <p:sp>
        <p:nvSpPr>
          <p:cNvPr id="19" name="Text 17"/>
          <p:cNvSpPr/>
          <p:nvPr/>
        </p:nvSpPr>
        <p:spPr>
          <a:xfrm>
            <a:off x="458419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Rainfall, flood-risk zone, historical base rate, corroboration, ambassador ground-truth, and rumor similarity — in parallel.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621792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1" name="Shape 19"/>
          <p:cNvSpPr/>
          <p:nvPr/>
        </p:nvSpPr>
        <p:spPr>
          <a:xfrm>
            <a:off x="649224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2" name="Text 20"/>
          <p:cNvSpPr/>
          <p:nvPr/>
        </p:nvSpPr>
        <p:spPr>
          <a:xfrm>
            <a:off x="649224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647395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647395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risk-engine.ts scores the evidence. Pure, deterministic, 23 unit tests. No LLM call in this step.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810768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26" name="Shape 24"/>
          <p:cNvSpPr/>
          <p:nvPr/>
        </p:nvSpPr>
        <p:spPr>
          <a:xfrm>
            <a:off x="838200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7" name="Text 25"/>
          <p:cNvSpPr/>
          <p:nvPr/>
        </p:nvSpPr>
        <p:spPr>
          <a:xfrm>
            <a:off x="838200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28" name="Text 26"/>
          <p:cNvSpPr/>
          <p:nvPr/>
        </p:nvSpPr>
        <p:spPr>
          <a:xfrm>
            <a:off x="836371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</a:t>
            </a:r>
            <a:endParaRPr lang="en-US" sz="1550" dirty="0"/>
          </a:p>
        </p:txBody>
      </p:sp>
      <p:sp>
        <p:nvSpPr>
          <p:cNvPr id="29" name="Text 27"/>
          <p:cNvSpPr/>
          <p:nvPr/>
        </p:nvSpPr>
        <p:spPr>
          <a:xfrm>
            <a:off x="836371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writes the plain-language, bilingual EN/Swahili rationale for a verdict it did not make.</a:t>
            </a:r>
            <a:endParaRPr lang="en-US" sz="1150" dirty="0"/>
          </a:p>
        </p:txBody>
      </p:sp>
      <p:sp>
        <p:nvSpPr>
          <p:cNvPr id="30" name="Shape 28"/>
          <p:cNvSpPr/>
          <p:nvPr/>
        </p:nvSpPr>
        <p:spPr>
          <a:xfrm>
            <a:off x="9997440" y="2423160"/>
            <a:ext cx="1615440" cy="3931920"/>
          </a:xfrm>
          <a:prstGeom prst="roundRect">
            <a:avLst>
              <a:gd name="adj" fmla="val 4528"/>
            </a:avLst>
          </a:prstGeom>
          <a:solidFill>
            <a:srgbClr val="0F6F73"/>
          </a:solidFill>
          <a:ln/>
        </p:spPr>
      </p:sp>
      <p:sp>
        <p:nvSpPr>
          <p:cNvPr id="31" name="Shape 29"/>
          <p:cNvSpPr/>
          <p:nvPr/>
        </p:nvSpPr>
        <p:spPr>
          <a:xfrm>
            <a:off x="10271760" y="2697480"/>
            <a:ext cx="502920" cy="502920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10271760" y="26974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253472" y="3383280"/>
            <a:ext cx="110337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</a:t>
            </a:r>
            <a:endParaRPr lang="en-US" sz="1550" dirty="0"/>
          </a:p>
        </p:txBody>
      </p:sp>
      <p:sp>
        <p:nvSpPr>
          <p:cNvPr id="34" name="Text 32"/>
          <p:cNvSpPr/>
          <p:nvPr/>
        </p:nvSpPr>
        <p:spPr>
          <a:xfrm>
            <a:off x="10253472" y="4206240"/>
            <a:ext cx="1103376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D7EE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channel-specific message goes out over WhatsApp, SMS, the public feed, and the ambassador queue.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 — INSIDE A SINGLE CASE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verdict that shows its work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336330" y="1728216"/>
            <a:ext cx="5516292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0-admin-report-deta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91194" y="1783080"/>
            <a:ext cx="5406564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Verified Warning, a confidence score, a written rationale, and the evidence_items row behind each 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 — THE VERDICT REACHES THE PUBLIC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verified and elevated-risk classifications appear here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248487" y="1728216"/>
            <a:ext cx="5691977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4-alerts-fe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303351" y="1783080"/>
            <a:ext cx="5582249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Reads from a dedicated public_alert_feed view — no raw reports, contact details, or open cases exposed.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JUST A PRODUCT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blog — the engineering rationale, not marketing copy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159151" y="1728216"/>
            <a:ext cx="3870650" cy="4270248"/>
          </a:xfrm>
          <a:prstGeom prst="roundRect">
            <a:avLst>
              <a:gd name="adj" fmla="val 118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3-blog-inde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214015" y="1783080"/>
            <a:ext cx="3760922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posts on how the pipeline works, why the AI doesn't decide, and general flood-safety guidance — no fabricated pilot results.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MISSION CONTROL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pilot area, one live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6-admin-overvie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Mukuru's three wards, colored by latest verdict — falls back to a status list if tiles don't load.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GEOGRAPHY, NOT PINS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boundaries, reference wards, and historical incidents — one map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630223" y="1728216"/>
            <a:ext cx="6928506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4-admin-ma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85087" y="1783080"/>
            <a:ext cx="6818778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polygons from pilot_areas.boundary, plus cited historical floods — including an honestly-labeled illustrative one.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SAFETY NET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evidence is insufficient, a human decides — never an algorithm alone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7-admin-escalat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insufficient_evidence can never silently become “False Information” — it lands here for a human call.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PROOF, NOT PROMISES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Pilot metrics computed from real database rows, not typed into a slide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3933020" y="1728216"/>
            <a:ext cx="4322913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8-admin-metric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87884" y="1783080"/>
            <a:ext cx="4213185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SQL view, not hand-typed numbers — recomputed from reports and ambassador observations.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RADICAL TRANSPARENCY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data source's health, live or sandbox, in plain sight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723631" y="1728216"/>
            <a:ext cx="6741690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09-admin-sourc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78495" y="1783080"/>
            <a:ext cx="6631962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provider's live/sandbox mode and status, visible to the people operating the system.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6 — THE HUMAN TRUST LAYER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Youth ambassadors see only their own ward's queue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1-ambassador-queu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Row-level security enforces this at the database — an ambassador's session cannot query another ward.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GROUND-TRUTH FROM THE FIELD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confirmation and a water-level reading feed straight back into the evidence store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2341372" y="1728216"/>
            <a:ext cx="7506208" cy="4270248"/>
          </a:xfrm>
          <a:prstGeom prst="roundRect">
            <a:avLst>
              <a:gd name="adj" fmla="val 1071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pic>
        <p:nvPicPr>
          <p:cNvPr id="5" name="Image 0" descr="/home/user/FloodfactAI/docs/submission/screenshots/12-ambassador-ca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6236" y="1783080"/>
            <a:ext cx="7396480" cy="41605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61264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visual confirmation and a water reading feed back in as evidence for the next nearby report.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EXACTLY WHAT'S REAL TODAY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integration switches independently — no code changes either way</a:t>
            </a:r>
            <a:endParaRPr lang="en-US" sz="27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64240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4480560"/>
                <a:gridCol w="356616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Right now (zero paid keys)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 one credential →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C5A5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Rainfall &amp; forecast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Open-Meteo — the real public API, already live (keyless)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key needed — already real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Flood-risk zones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Seeded PostGIS polygon for Mukuru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Esri ArcGIS REST feature service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WhatsApp intake/alerts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sandbox responder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Meta WhatsApp Cloud API (free test #)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SMS intake/alerts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sandbox responder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Africa's Talking (Kenya)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Claim extraction + rationale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Deterministic template text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Anthropic Claude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Rumor-pattern similarity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hash embedding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Voyage AI + pgvector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7F9FA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015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Database, Auth, this deck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Static fixtures — DEMO_MODE, no Supabase project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5B667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Supabase Postgres + PostGIS + RLS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5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48640" y="603504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B66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row switches on its own credential's presence, not a global flag. Exact steps for every row: docs/SETUP.md.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07899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spc="120" kern="0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FOR YOURSELF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48640" y="68580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27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whole system is one clone away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0467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code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80467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source, 6 SQL migrations with RLS, and 43 passing unit tests — 23 of them exhaustively covering the risk engine's safety rules.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34340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2E5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943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it yourself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59943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npm install &amp;&amp; npm run dev boots the entire product — public site, admin console, ambassador PWA — from seed fixtures. No accounts, no keys.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8138160" y="1965960"/>
            <a:ext cx="3474720" cy="3291840"/>
          </a:xfrm>
          <a:prstGeom prst="roundRect">
            <a:avLst>
              <a:gd name="adj" fmla="val 2222"/>
            </a:avLst>
          </a:prstGeom>
          <a:solidFill>
            <a:srgbClr val="EAF5F4"/>
          </a:solidFill>
          <a:ln w="28575">
            <a:solidFill>
              <a:srgbClr val="0C5A5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94192" y="2194560"/>
            <a:ext cx="296265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C5A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live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8394192" y="2880360"/>
            <a:ext cx="2962656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1015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docs/SETUP.md walks through provisioning Supabase, Meta, Africa's Talking, Anthropic, and Voyage, step by step.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A0D1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120" kern="0" dirty="0">
                <a:solidFill>
                  <a:srgbClr val="3FB8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822960" y="1874520"/>
            <a:ext cx="103327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not a concept.</a:t>
            </a:r>
            <a:endParaRPr lang="en-US" sz="3400" dirty="0"/>
          </a:p>
          <a:p>
            <a:pPr indent="0" marL="0">
              <a:lnSpc>
                <a:spcPct val="115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It's a working system, waiting on real credentials.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822960" y="4160520"/>
            <a:ext cx="96012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9FB3B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Concept: FloodFact-AI-Concept.pdf  ·  Pilot Plan: FloodFact-AI-Pilot-Plan.pdf  ·  Repository: github.com/VinceOdundo/FloodfactAI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65105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FloodFact AI  ·  Phase 1 Pilot: Mukuru, Nairobi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430000" y="651052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E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AI x City Climate Action Hackathon 2026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FloodFact AI</dc:creator>
  <cp:lastModifiedBy>FloodFact AI</cp:lastModifiedBy>
  <cp:revision>1</cp:revision>
  <dcterms:created xsi:type="dcterms:W3CDTF">2026-09-01T14:37:44Z</dcterms:created>
  <dcterms:modified xsi:type="dcterms:W3CDTF">2026-09-01T14:37:44Z</dcterms:modified>
</cp:coreProperties>
</file>