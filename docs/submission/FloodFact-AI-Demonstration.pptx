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6" r:id="rId27"/>
    <p:sldId id="267" r:id="rId13"/>
    <p:sldId id="268" r:id="rId14"/>
    <p:sldId id="269" r:id="rId15"/>
    <p:sldId id="270" r:id="rId16"/>
    <p:sldId id="271" r:id="rId17"/>
    <p:sldId id="272" r:id="rId18"/>
    <p:sldId id="277" r:id="rId2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CITY CLIMATE ACTION HACKATHON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 Demonstration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in this file is a real screenshot of the running application, captured with Playwright — not a mockup. Repository: github.com/VinceOdundo/FloodfactAI</a:t>
            </a:r>
            <a:endParaRPr lang="en-US" sz="160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FB3B6"/>
                </a:solidFill>
                <a:latin typeface="Calibri"/>
              </a:rPr>
              <a:t>Team: Samuel Mburu Kairu · Vincent Odundo · Alvin Nyota · Amani Maria — Nairobi, Kenya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layers of realism, both honestly labeled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Whole-app demo mode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Supabase project is configured for this deck. DEMO_MODE drives every screen from the same seed narrative as supabase/seed.sql — the identical query functions that read live Postgres through RLS in production instead read static fixtures.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Per-provider sandbox mode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Independently, each external integration — WhatsApp, SMS, the LLM, embeddings, flood-risk — self-selects live or sandbox based on whether its own credential is present. Sandbox evidence is always stamped quality: "degraded," never "ok."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 away from real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Supabase credentials and fixtures become live rows. Add one provider's API key and that one adapter goes live. Zero code changes either way — see docs/SETUP.md.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login screen swaps in two real roles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mode replaces Supabase Auth with a role switcher — Admin or Youth Ambassador — no accounts needed.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9" name="Picture 8" descr="05-log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2296" y="1783080"/>
            <a:ext cx="204436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 RESIDENT ARRIVES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site states the deal in one screen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834210" y="1728216"/>
            <a:ext cx="2520532" cy="4270248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install, no account — the landing page links straight into reporting and the public alerts feed.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9" name="Picture 8" descr="01-lan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437" y="1837944"/>
            <a:ext cx="356077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REPORTING TAKES SECONDS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“Water is rising fast near the railway crossing on Kanini Road”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714081" y="1728216"/>
            <a:ext cx="4760790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same Zod-validated schema also accepts inbound WhatsApp and SMS — the form is the fallback channel.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9" name="Picture 8" descr="02-report-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3207" y="1783080"/>
            <a:ext cx="1042538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IMMEDIATE ACKNOWLEDGMENT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told their report is already moving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067812" y="1728216"/>
            <a:ext cx="605332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triggers the classification pipeline immediately — no queue, no wondering if it arrived.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pic>
        <p:nvPicPr>
          <p:cNvPr id="9" name="Picture 8" descr="03-report-confirm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1319" y="1783080"/>
            <a:ext cx="1246313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SCENES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runs the same six-stage, fully-audited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real code path — lib/pipeline/classify.ts calling lib/core/risk-engine.ts — not a simplified diagram.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0467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extracts hazard type, claimed location, and urgency — logged verbatim to nlu_extractions.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3840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1" name="Shape 9"/>
          <p:cNvSpPr/>
          <p:nvPr/>
        </p:nvSpPr>
        <p:spPr>
          <a:xfrm>
            <a:off x="271272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271272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9443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69443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claimed location is matched against a real Mukuru gazetteer and resolved to a pilot area via PostGIS.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2816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0248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6024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8419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Evidence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8419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 zone, historical base rate, corroboration, ambassador ground-truth, and rumor similarity — in parallel.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7395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47395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risk-engine.ts scores the evidence. Pure, deterministic, 23 unit tests. No LLM call in this step.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10768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6" name="Shape 24"/>
          <p:cNvSpPr/>
          <p:nvPr/>
        </p:nvSpPr>
        <p:spPr>
          <a:xfrm>
            <a:off x="838200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838200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36371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836371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the plain-language, bilingual EN/Swahili rationale for a verdict it did not make.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99744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31" name="Shape 29"/>
          <p:cNvSpPr/>
          <p:nvPr/>
        </p:nvSpPr>
        <p:spPr>
          <a:xfrm>
            <a:off x="102717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2717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25347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1025347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channel-specific message goes out over WhatsApp, SMS, the public feed, and the ambassador queue.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INSIDE A SINGLE CASE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that shows its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336330" y="1728216"/>
            <a:ext cx="5516292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Warning, a confidence score, a written rationale, and the evidence_items row behind each 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9" name="Picture 8" descr="10-admin-report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2335" y="1783080"/>
            <a:ext cx="1384281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THE VERDICT REACHES THE PUBLIC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verified and elevated-risk classifications appear here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248487" y="1728216"/>
            <a:ext cx="5691977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from a dedicated public_alert_feed view — no raw reports, contact details, or open cases exposed.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9" name="Picture 8" descr="04-alerts-fe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608" y="1783080"/>
            <a:ext cx="1123735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PRODUCT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blog — the engineering rationale, not marketing copy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159151" y="1728216"/>
            <a:ext cx="3870650" cy="4270248"/>
          </a:xfrm>
          <a:prstGeom prst="roundRect">
            <a:avLst>
              <a:gd name="adj" fmla="val 118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posts on how the pipeline works, why the AI doesn't decide, and general flood-safety guidance — no fabricated pilot results.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9" name="Picture 8" descr="13-blog-i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8231" y="1783080"/>
            <a:ext cx="552489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CONTROL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pilot area, one live map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Mukuru's three wards, colored by latest verdict — falls back to a status list if tiles don't load.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9" name="Picture 8" descr="06-admin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GEOGRAPHY, NOT PINS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boundaries, reference wards, and historical incidents — one map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630223" y="1728216"/>
            <a:ext cx="6928506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polygons from pilot_areas.boundary, plus cited historical floods — including an honestly-labeled illustrative 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pic>
        <p:nvPicPr>
          <p:cNvPr id="9" name="Picture 8" descr="14-admin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5087" y="1799062"/>
            <a:ext cx="6818778" cy="41285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NET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evidence is insufficient, a human decides — never an algorithm alone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insufficient_evidence can never silently become "False Information" — it lands here for a human call, with a visible age badge and an hourly SLA-breach sweep so nothing goes stale unnoticed.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9" name="Picture 8" descr="07-admin-escala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2296" y="1783080"/>
            <a:ext cx="204436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metrics computed from real database rows, not typed into a slide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933020" y="1728216"/>
            <a:ext cx="4322913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SQL view, not hand-typed numbers — recomputed from reports and ambassador observations.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9" name="Picture 8" descr="08-admin-metr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8583" y="1783080"/>
            <a:ext cx="1031786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RADICAL TRANSPARENCY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 source's health, live or sandbox, in plain sight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723631" y="1728216"/>
            <a:ext cx="6741690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provider's live/sandbox mode and status, visible to the people operating the system.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pic>
        <p:nvPicPr>
          <p:cNvPr id="9" name="Picture 8" descr="09-admin-sour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32" y="1783080"/>
            <a:ext cx="1716888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THE HUMAN TRUST LAYER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ambassadors see only their own ward's queue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enforces this at the database — an ambassador's session cannot query another ward.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pic>
        <p:nvPicPr>
          <p:cNvPr id="9" name="Picture 8" descr="11-ambassador-que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2296" y="1783080"/>
            <a:ext cx="204436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FROM THE FIELD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confirmation and a water-level reading feed straight back into the evidence store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confirmation and a water reading feed back in as evidence for the next nearby report.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pic>
        <p:nvPicPr>
          <p:cNvPr id="9" name="Picture 8" descr="12-ambassador-c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2296" y="1783080"/>
            <a:ext cx="204436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WHAT'S REAL TODAY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switches independently — no code changes either way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480560"/>
                <a:gridCol w="3566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now (zero paid keys)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real pilot deployment, right now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Rainfall &amp; forecast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 — the real public API, already live (keyless)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 needed — already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Flood-risk zones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Seeded PostGIS polygon for Mukuru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WRI Aqueduct riverine flood-risk atlas (ArcGIS)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 intake/alerts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sandbox responder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yet — needs a Meta developer app + token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intake/alerts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sandbox responder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Africa's Talking sandbox account, real API calls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 extraction + rationale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template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Anthropic Claude, 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Rumor-pattern similarity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hash embedding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Voyage AI embeddings, 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Database, Auth, this deck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fixtures — DEMO_MODE, no Supabase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— real Supabase project, 9 migrations, RLS everywhere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switches on its own credential's presence, not a global flag. Exact steps for every row: docs/SETUP.md.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FOR YOURSELF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system is one clone away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code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6 SQL migrations with RLS, and 43 passing unit tests — 23 of them exhaustively covering the risk engine's safety rules.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yourself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&amp;&amp; npm run dev boots the entire product — public site, admin console, ambassador PWA — from seed fixtures. No accounts, no keys.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docs/SETUP.md walks through provisioning Supabase, Meta, Africa's Talking, Anthropic, and Voyage, step by step.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concept.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working system — already live on 4 of 5 real integrations.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FloodFact-AI-Concept.pdf  ·  Pilot Plan: FloodFact-AI-Pilot-Plan.pdf  ·  Repository: github.com/VinceOdundo/FloodfactAI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9FB3B6"/>
                </a:solidFill>
                <a:latin typeface="Calibri"/>
              </a:rPr>
              <a:t>Team: Samuel Mburu Kairu · Vincent Odundo · Alvin Nyota · Amani Maria — Nairobi, Kenya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— REPORT SEARCH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report, searchable — not just the last 15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status, classification, pilot area, or date, and search report text directly — /admin/reports.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9" name="Picture 8" descr="15-admin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633" y="1783080"/>
            <a:ext cx="5695685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AMBASSADORS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an ambassador is one form, not a database console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Auth login, the ambassadors row, and the user_roles row in one action — admin-only.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pic>
        <p:nvPicPr>
          <p:cNvPr id="9" name="Picture 8" descr="16-ambassador-onboar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924" y="1783080"/>
            <a:ext cx="6031104" cy="4160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AI x City Climate Action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FloodFact AI</dc:creator>
  <cp:lastModifiedBy>FloodFact AI</cp:lastModifiedBy>
  <cp:revision>1</cp:revision>
  <dcterms:created xsi:type="dcterms:W3CDTF">2026-09-01T14:37:44Z</dcterms:created>
  <dcterms:modified xsi:type="dcterms:W3CDTF">2026-09-01T14:37:44Z</dcterms:modified>
</cp:coreProperties>
</file>