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3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CITY CLIMATE ACTION HACKATHON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Demonstration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in this file is a real screenshot of the running application, captured with Playwright — not a mockup. Repository: github.com/VinceOdundo/FloodfactAI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layers of realism, both honestly labeled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36576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1945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Whole-app demo mode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880360"/>
            <a:ext cx="29626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Supabase project is configured for this deck. DEMO_MODE drives every screen from the same seed narrative as supabase/seed.sql — the identical query functions that read live Postgres through RLS in production instead read static fixtures.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474720" cy="36576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21945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Per-provider sandbox mode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99432" y="2880360"/>
            <a:ext cx="29626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Independently, each external integration — WhatsApp, SMS, the LLM, embeddings, flood-risk — self-selects live or sandbox based on whether its own credential is present. Sandbox evidence is always stamped quality: "degraded," never "ok."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474720" cy="3657600"/>
          </a:xfrm>
          <a:prstGeom prst="roundRect">
            <a:avLst>
              <a:gd name="adj" fmla="val 2105"/>
            </a:avLst>
          </a:prstGeom>
          <a:solidFill>
            <a:srgbClr val="EAF5F4"/>
          </a:solidFill>
          <a:ln w="28575">
            <a:solidFill>
              <a:srgbClr val="0C5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21945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 away from real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94192" y="2880360"/>
            <a:ext cx="29626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Supabase credentials and fixtures become live rows. Add one provider's API key and that one adapter goes live. Zero code changes either way — see docs/SETUP.md.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 screen swaps in two real roles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341372" y="1728216"/>
            <a:ext cx="7506208" cy="4270248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pic>
        <p:nvPicPr>
          <p:cNvPr id="5" name="Image 0" descr="/home/user/FloodfactAI/docs/submission/screenshots/05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6236" y="1783080"/>
            <a:ext cx="739648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mode replaces Supabase Auth with a role switcher — Admin or Youth Ambassador — no accounts needed.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A RESIDENT ARRIVES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site states the deal in one screen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724682" y="1728216"/>
            <a:ext cx="2739588" cy="4270248"/>
          </a:xfrm>
          <a:prstGeom prst="roundRect">
            <a:avLst>
              <a:gd name="adj" fmla="val 1669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pic>
        <p:nvPicPr>
          <p:cNvPr id="5" name="Image 0" descr="/home/user/FloodfactAI/docs/submission/screenshots/01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9546" y="1783080"/>
            <a:ext cx="262986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install, no account — the landing page links straight into reporting and the public alerts feed.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REPORTING TAKES SECONDS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“Water is rising fast near the railway crossing on Kanini Road”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68818" y="1728216"/>
            <a:ext cx="5651316" cy="4270248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pic>
        <p:nvPicPr>
          <p:cNvPr id="5" name="Image 0" descr="/home/user/FloodfactAI/docs/submission/screenshots/02-report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3682" y="1783080"/>
            <a:ext cx="5541588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same Zod-validated schema also accepts inbound WhatsApp and SMS — the form is the fallback channel.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IMMEDIATE ACKNOWLEDGMENT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is told their report is already moving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341372" y="1728216"/>
            <a:ext cx="7506208" cy="4270248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pic>
        <p:nvPicPr>
          <p:cNvPr id="5" name="Image 0" descr="/home/user/FloodfactAI/docs/submission/screenshots/03-report-confir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6236" y="1783080"/>
            <a:ext cx="739648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triggers the classification pipeline immediately — no queue, no wondering if it arrived.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5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AE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runs the same six-stage, fully-audited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real code path — lib/pipeline/classify.ts calling lib/core/risk-engine.ts — not a simplified diagram.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615440" cy="3931920"/>
          </a:xfrm>
          <a:prstGeom prst="roundRect">
            <a:avLst>
              <a:gd name="adj" fmla="val 4528"/>
            </a:avLst>
          </a:prstGeom>
          <a:solidFill>
            <a:srgbClr val="0F6F73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3383280"/>
            <a:ext cx="1103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04672" y="4206240"/>
            <a:ext cx="1103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extracts hazard type, claimed location, and urgency — logged verbatim to nlu_extractions.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38400" y="2423160"/>
            <a:ext cx="1615440" cy="3931920"/>
          </a:xfrm>
          <a:prstGeom prst="roundRect">
            <a:avLst>
              <a:gd name="adj" fmla="val 4528"/>
            </a:avLst>
          </a:prstGeom>
          <a:solidFill>
            <a:srgbClr val="0F6F73"/>
          </a:solidFill>
          <a:ln/>
        </p:spPr>
      </p:sp>
      <p:sp>
        <p:nvSpPr>
          <p:cNvPr id="11" name="Shape 9"/>
          <p:cNvSpPr/>
          <p:nvPr/>
        </p:nvSpPr>
        <p:spPr>
          <a:xfrm>
            <a:off x="2712720" y="2697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127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94432" y="3383280"/>
            <a:ext cx="1103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694432" y="4206240"/>
            <a:ext cx="1103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claimed location is matched against a real Mukuru gazetteer and resolved to a pilot area via PostGIS.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28160" y="2423160"/>
            <a:ext cx="1615440" cy="3931920"/>
          </a:xfrm>
          <a:prstGeom prst="roundRect">
            <a:avLst>
              <a:gd name="adj" fmla="val 4528"/>
            </a:avLst>
          </a:prstGeom>
          <a:solidFill>
            <a:srgbClr val="0F6F73"/>
          </a:solidFill>
          <a:ln/>
        </p:spPr>
      </p:sp>
      <p:sp>
        <p:nvSpPr>
          <p:cNvPr id="16" name="Shape 14"/>
          <p:cNvSpPr/>
          <p:nvPr/>
        </p:nvSpPr>
        <p:spPr>
          <a:xfrm>
            <a:off x="4602480" y="2697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6024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84192" y="3383280"/>
            <a:ext cx="1103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Evidence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84192" y="4206240"/>
            <a:ext cx="1103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Rainfall, flood-risk zone, historical base rate, corroboration, ambassador ground-truth, and rumor similarity — in parallel.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2423160"/>
            <a:ext cx="1615440" cy="3931920"/>
          </a:xfrm>
          <a:prstGeom prst="roundRect">
            <a:avLst>
              <a:gd name="adj" fmla="val 4528"/>
            </a:avLst>
          </a:prstGeom>
          <a:solidFill>
            <a:srgbClr val="0F6F73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2697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73952" y="3383280"/>
            <a:ext cx="1103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473952" y="4206240"/>
            <a:ext cx="1103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risk-engine.ts scores the evidence. Pure, deterministic, 23 unit tests. No LLM call in this step.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07680" y="2423160"/>
            <a:ext cx="1615440" cy="3931920"/>
          </a:xfrm>
          <a:prstGeom prst="roundRect">
            <a:avLst>
              <a:gd name="adj" fmla="val 4528"/>
            </a:avLst>
          </a:prstGeom>
          <a:solidFill>
            <a:srgbClr val="0F6F73"/>
          </a:solidFill>
          <a:ln/>
        </p:spPr>
      </p:sp>
      <p:sp>
        <p:nvSpPr>
          <p:cNvPr id="26" name="Shape 24"/>
          <p:cNvSpPr/>
          <p:nvPr/>
        </p:nvSpPr>
        <p:spPr>
          <a:xfrm>
            <a:off x="8382000" y="2697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3820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63712" y="3383280"/>
            <a:ext cx="1103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363712" y="4206240"/>
            <a:ext cx="1103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the plain-language, bilingual EN/Swahili rationale for a verdict it did not make.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997440" y="2423160"/>
            <a:ext cx="1615440" cy="3931920"/>
          </a:xfrm>
          <a:prstGeom prst="roundRect">
            <a:avLst>
              <a:gd name="adj" fmla="val 4528"/>
            </a:avLst>
          </a:prstGeom>
          <a:solidFill>
            <a:srgbClr val="0F6F73"/>
          </a:solidFill>
          <a:ln/>
        </p:spPr>
      </p:sp>
      <p:sp>
        <p:nvSpPr>
          <p:cNvPr id="31" name="Shape 29"/>
          <p:cNvSpPr/>
          <p:nvPr/>
        </p:nvSpPr>
        <p:spPr>
          <a:xfrm>
            <a:off x="10271760" y="2697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2717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253472" y="3383280"/>
            <a:ext cx="1103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10253472" y="4206240"/>
            <a:ext cx="1103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channel-specific message goes out over WhatsApp, SMS, the public feed, and the ambassador queue.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INSIDE A SINGLE CASE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verdict that shows its 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39683" y="1728216"/>
            <a:ext cx="5709587" cy="4270248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pic>
        <p:nvPicPr>
          <p:cNvPr id="5" name="Image 0" descr="/home/user/FloodfactAI/docs/submission/screenshots/10-admin-report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4547" y="1783080"/>
            <a:ext cx="5599859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Warning, a confidence score, a written rationale, and the evidence_items row behind each one.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THE VERDICT REACHES THE PUBLIC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verified and elevated-risk classifications appear here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581517" y="1728216"/>
            <a:ext cx="7025917" cy="4270248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pic>
        <p:nvPicPr>
          <p:cNvPr id="5" name="Image 0" descr="/home/user/FloodfactAI/docs/submission/screenshots/04-alerts-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6381" y="1783080"/>
            <a:ext cx="6916189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from a dedicated public_alert_feed view — no raw reports, contact details, or open cases exposed.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CONTROL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pilot area, one live map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341372" y="1728216"/>
            <a:ext cx="7506208" cy="4270248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pic>
        <p:nvPicPr>
          <p:cNvPr id="5" name="Image 0" descr="/home/user/FloodfactAI/docs/submission/screenshots/06-admin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6236" y="1783080"/>
            <a:ext cx="739648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Mukuru's three wards, colored by latest verdict — falls back to a status list if tiles don't load.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NET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evidence is insufficient, a human decides — never an algorithm alone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341372" y="1728216"/>
            <a:ext cx="7506208" cy="4270248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pic>
        <p:nvPicPr>
          <p:cNvPr id="5" name="Image 0" descr="/home/user/FloodfactAI/docs/submission/screenshots/07-admin-escal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6236" y="1783080"/>
            <a:ext cx="739648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insufficient_evidence can never silently become “False Information” — it lands here for a human call.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PROMISES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metrics computed from real database rows, not typed into a slide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567992" y="1728216"/>
            <a:ext cx="7052969" cy="4270248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pic>
        <p:nvPicPr>
          <p:cNvPr id="5" name="Image 0" descr="/home/user/FloodfactAI/docs/submission/screenshots/08-admin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2856" y="1783080"/>
            <a:ext cx="6943241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SQL view, not hand-typed numbers — recomputed from reports and ambassador observations.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 TRANSPARENCY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source's health, live or sandbox, in plain sight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23631" y="1728216"/>
            <a:ext cx="6741690" cy="4270248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pic>
        <p:nvPicPr>
          <p:cNvPr id="5" name="Image 0" descr="/home/user/FloodfactAI/docs/submission/screenshots/09-admin-sour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8495" y="1783080"/>
            <a:ext cx="6631962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provider's live/sandbox mode and status, visible to the people operating the system.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THE HUMAN TRUST LAYER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ambassadors see only their own ward's queue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341372" y="1728216"/>
            <a:ext cx="7506208" cy="4270248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pic>
        <p:nvPicPr>
          <p:cNvPr id="5" name="Image 0" descr="/home/user/FloodfactAI/docs/submission/screenshots/11-ambassador-que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6236" y="1783080"/>
            <a:ext cx="739648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enforces this at the database — an ambassador's session cannot query another ward.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FROM THE FIELD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confirmation and a water-level reading feed straight back into the evidence store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341372" y="1728216"/>
            <a:ext cx="7506208" cy="4270248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pic>
        <p:nvPicPr>
          <p:cNvPr id="5" name="Image 0" descr="/home/user/FloodfactAI/docs/submission/screenshots/12-ambassador-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6236" y="1783080"/>
            <a:ext cx="739648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confirmation and a water reading feed back in as evidence for the next nearby report.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WHAT'S REAL TODAY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integration switches independently — no code changes either way</a:t>
            </a:r>
            <a:endParaRPr lang="en-US" sz="2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480560"/>
                <a:gridCol w="3566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now (zero paid keys)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one credential →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 &amp; forecast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Open-Meteo — the real public API, already live (keyless)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key needed — already 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Flood-risk zones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Seeded PostGIS polygon for Mukuru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Esri ArcGIS REST feature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intake/alerts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sandbox responder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WhatsApp Cloud API (free test #)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intake/alerts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sandbox responder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Africa's Talking (Kenya)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extraction + rationale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template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Claude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Rumor-pattern similarity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hash embedding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Voyage AI + pgvector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5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Database, Auth, this deck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fixtures — DEMO_MODE, no Supabase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Postgres + PostGIS + RLS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switches on its own credential's presence, not a global flag. Exact steps for every row: docs/SETUP.md.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 YOURSELF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system is one clone away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1945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880360"/>
            <a:ext cx="2962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6 SQL migrations with RLS, and 43 passing unit tests — 23 of them exhaustively covering the risk engine's safety rules.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21945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yourself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99432" y="2880360"/>
            <a:ext cx="2962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&amp;&amp; npm run dev boots the entire product — public site, admin console, ambassador PWA — from seed fixtures. No accounts, no keys.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EAF5F4"/>
          </a:solidFill>
          <a:ln w="28575">
            <a:solidFill>
              <a:srgbClr val="0C5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21945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94192" y="2880360"/>
            <a:ext cx="2962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0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docs/SETUP.md walks through provisioning Supabase, Meta, Africa's Talking, Anthropic, and Voyage, step by step.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3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concept.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working system, waiting on real credentials.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FloodFact-AI-Concept.pdf  ·  Pilot Plan: FloodFact-AI-Pilot-Plan.pdf  ·  Repository: github.com/VinceOdundo/FloodfactAI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FloodFact AI  ·  Phase 1 Pilot: Mukuru, Nairobi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AI x City Climate Action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FloodFact AI</dc:creator>
  <cp:lastModifiedBy>FloodFact AI</cp:lastModifiedBy>
  <cp:revision>1</cp:revision>
  <dcterms:created xsi:type="dcterms:W3CDTF">2026-09-01T13:24:26Z</dcterms:created>
  <dcterms:modified xsi:type="dcterms:W3CDTF">2026-09-01T13:24:26Z</dcterms:modified>
</cp:coreProperties>
</file>