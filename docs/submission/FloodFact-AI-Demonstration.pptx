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Demonstration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in this file is a real screenshot of the running application, captured with Playwright — not a mockup. Repository: github.com/VinceOdundo/FloodfactAI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layers of realism, both honestly labeled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Whole-app demo mode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Supabase project is configured for this deck. DEMO_MODE drives every screen from the same seed narrative as supabase/seed.sql — the identical query functions that read live Postgres through RLS in production instead read static fixtures.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sandbox mode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Independently, each external integration — WhatsApp, SMS, the LLM, embeddings, flood-risk — self-selects live or sandbox based on whether its own credential is present. Sandbox evidence is always stamped quality: "degraded," never "ok."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 away from real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Supabase credentials and fixtures become live rows. Add one provider's API key and that one adapter goes live. Zero code changes either way — see docs/SETUP.md.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login screen swaps in two real roles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5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mode replaces Supabase Auth with a role switcher — Admin or Youth Ambassador — no accounts needed.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 RESIDENT ARRIVES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site states the deal in one screen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706913" y="1728216"/>
            <a:ext cx="2775126" cy="4270248"/>
          </a:xfrm>
          <a:prstGeom prst="roundRect">
            <a:avLst>
              <a:gd name="adj" fmla="val 1647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1777" y="1783080"/>
            <a:ext cx="2665398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install, no account — the landing page links straight into reporting and the public alerts feed.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REPORTING TAKES SECONDS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“Water is rising fast near the railway crossing on Kanini Road”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86010" y="1728216"/>
            <a:ext cx="5616931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0874" y="1783080"/>
            <a:ext cx="5507203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Zod-validated schema also accepts inbound WhatsApp and SMS — the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IMMEDIATE ACKNOWLEDGMENT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told their report is already moving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3-report-confir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triggers the classification pipeline immediately — no queue, no wondering if it arrived.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SCENES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runs the same six-stage, fully-audited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 code path — lib/pipeline/classify.ts calling lib/core/risk-engine.ts — not a simplified diagram.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claimed location, and urgency — logged verbatim to nlu_extractions.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3840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271272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71272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9443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69443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claimed location is matched against a real Mukuru gazetteer and resolved to a pilot area via PostGIS.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816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024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6024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8419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8419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zone, historical base rate, corroboration, ambassador ground-truth, and rumor similarity — in parallel.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7395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7395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risk-engine.ts scores the evidence. Pure, deterministic, 23 unit tests. No LLM call in this step.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0768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20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3820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6371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36371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EN/Swahili rationale for a verdict it did not make.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9974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1" name="Shape 29"/>
          <p:cNvSpPr/>
          <p:nvPr/>
        </p:nvSpPr>
        <p:spPr>
          <a:xfrm>
            <a:off x="102717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2717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534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2534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channel-specific message goes out over WhatsApp, SMS, the public feed, and the ambassador queue.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INSIDE A SINGLE CASE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that shows its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39683" y="1728216"/>
            <a:ext cx="5709587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0-admin-report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4547" y="1783080"/>
            <a:ext cx="5599859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Warning, a confidence score, a written rationale, and the evidence_items row behind each 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THE VERDICT REACHES THE PUBLIC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and elevated-risk classifications appear here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608255" y="1728216"/>
            <a:ext cx="6972441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4-alerts-f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3119" y="1783080"/>
            <a:ext cx="6862713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a dedicated public_alert_feed view — no raw reports, contact details, or open cases exposed.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pilot area, one live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Mukuru's three wards, colored by latest verdict — falls back to a status list if tiles don't load.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NET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insufficient, a human decides — never an algorithm alone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7-admin-esca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insufficient_evidence can never silently become “False Information” — it lands here for a human call.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metrics computed from real database rows, not typed into a slide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567992" y="1728216"/>
            <a:ext cx="7052969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8-admin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2856" y="1783080"/>
            <a:ext cx="6943241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SQL view, not hand-typed numbers — recomputed from reports and ambassador observations.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TRANSPARENCY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 source's health, live or sandbox, in plain sight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23631" y="1728216"/>
            <a:ext cx="67416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9-admin-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495" y="1783080"/>
            <a:ext cx="663196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provider's live/sandbox mode and status, visible to the people operating the system.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THE HUMAN TRUST LAYER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 see only their own ward's queue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enforces this at the database — an ambassador's session cannot query another ward.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FROM THE FIELD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water-level reading feed straight back into the evidence store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2-ambassador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 reading feed back in as evidence for the next nearby report.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WHAT'S REAL TODAY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switches independently — no code changes either way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480560"/>
                <a:gridCol w="3566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now (zero paid keys)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one credential →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&amp;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— the real public API, already live (keyless)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 needed — already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PostGIS polygon for Mukuru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 REST feature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 (free test #)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 (Kenya)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extraction + rationale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template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Rumor-pattern similarity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hash embedding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Database, Auth, 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fixtures — DEMO_MODE, no Supabase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Postgres + PostGIS + RLS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switches on its own credential's presence, not a global flag. Exact steps for every row: docs/SETUP.md.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FOR YOURSELF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 is one clone away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6 SQL migrations with RLS, and 43 passing unit tests — 23 of them exhaustively covering the risk engine's safety rules.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&amp;&amp; npm run dev boots the entire product — public site, admin console, ambassador PWA — from seed fixtures. No accounts, no keys.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docs/SETUP.md walks through provisioning Supabase, Meta, Africa's Talking, Anthropic, and Voyage, step by step.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working system, waiting on real credentials.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FloodFact-AI-Concept.pdf  ·  Pilot Plan: FloodFact-AI-Pilot-Plan.pdf  ·  Repository: github.com/VinceOdundo/FloodfactAI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2026-09-01T12:54:45Z</dcterms:created>
  <dcterms:modified xsi:type="dcterms:W3CDTF">2026-09-01T12:54:45Z</dcterms:modified>
</cp:coreProperties>
</file>