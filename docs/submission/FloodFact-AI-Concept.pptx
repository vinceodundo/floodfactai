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CITY CLIMATE ACTION HACKATHON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warnings people can trust. Rumours that stop spreading.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Phase 1 Pilot: Mukuru, Nairobi (kwa Reuben · kwa Njenga · Viwandani)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CLIMATE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long rain, two disasters hit at once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DEC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Kibera households flooded in a single rainy season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hrs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before official alerts reached residents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Red Cross, 2023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EE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8388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 during the 2023 floods were unverified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iHub Kenya Research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flood is the first emergency. The wave of unverified WhatsApp rumours that follows — false dam-burst warnings, panicked evacuations, then real alerts ignored because trust is gone — is the second. Nairobi's informal settlements hold 60% of the city's population but receive less than 10% of its climate adaptation resources.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ALREADY HAPPENED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incidents, not hypotheticals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721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9456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Mathare — April 2024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48600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floods struck at 2 AM with no official alert issued. A viral WhatsApp voice note falsely claiming a nearby dam had burst sent families fleeing into more dangerous streets — two people were injured in the panic.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475488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Red Cross field report, Apr 2024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965960"/>
            <a:ext cx="53721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6812" y="219456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Kibera — May 2023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6812" y="2880360"/>
            <a:ext cx="48600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KMD regional advisory was issued but never reached households — a 72-hour average delay. So many false WhatsApp warnings had already circulated that residents dismissed the eventual official SMS alerts too.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6812" y="475488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Red Cross 2023; iHub Kenya Research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tools and fact-checkers each solve half the 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9626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alerts from weather/hydrology data.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51206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don't touch the disinformation that undermines trust in the alert itself.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Fact-checking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9432" y="2880360"/>
            <a:ext cx="29626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viral claims after the fact.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51206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built for real-time, hyperlocal, life-safety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EAF5F4"/>
          </a:solidFill>
          <a:ln w="28575">
            <a:solidFill>
              <a:srgbClr val="0C5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4192" y="2880360"/>
            <a:ext cx="29626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the report against real evidence AND classifies rumours — in the same pipeline, in seconds.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94192" y="51206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exactly this gap.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5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E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Community-centered early warning and verification, in one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report. AI cross-checks against real evidence. Trusted alerts go back out through the channels people already 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0F6F7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Submits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4206240"/>
            <a:ext cx="20482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SMS, the web, or a trained youth ambassador.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0F6F73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39312" y="33832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Cross-Checks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39312" y="4206240"/>
            <a:ext cx="20482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flood-risk zones, history, and ground truth — gathered in parallel.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0F6F7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33832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in Seconds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73952" y="4206240"/>
            <a:ext cx="20482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exhaustively tested engine decides — never an LLM guess.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42316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0F6F73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08592" y="33832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Delivered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08592" y="4206240"/>
            <a:ext cx="20482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out via WhatsApp, SMS, notice points, and youth ambassadors.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&amp; COMMUNITY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people who live the 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EAF5F4"/>
          </a:solidFill>
          <a:ln w="19050">
            <a:solidFill>
              <a:srgbClr val="0C5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54203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report or a suspicious message; get a clear verdict and action, in their language.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EAF5F4"/>
          </a:solidFill>
          <a:ln w="19050">
            <a:solidFill>
              <a:srgbClr val="0C5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2121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Ambassadors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54203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community members who validate on the ground, explain results locally, and log ground-truth observations.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EAF5F4"/>
          </a:solidFill>
          <a:ln w="19050">
            <a:solidFill>
              <a:srgbClr val="0C5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41330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Admin Team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55371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 activity on a mission-control dashboard, review escalations, watch data-source health.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EAF5F4"/>
          </a:solidFill>
          <a:ln w="19050">
            <a:solidFill>
              <a:srgbClr val="0C5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41330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55371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KMD, Kenya Red Cross, UN-Habitat, youth groups, county government — coordinate response using the same evidence trail.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3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E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&amp;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inside "AI Cross-Checks"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97180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379476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hazard type, location, claims — never infers facts not stated.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38400" y="201168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10" name="Shape 8"/>
          <p:cNvSpPr/>
          <p:nvPr/>
        </p:nvSpPr>
        <p:spPr>
          <a:xfrm>
            <a:off x="271272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12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4432" y="297180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694432" y="379476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hyperlocal gazetteer + PostGIS resolve the exact pilot sub-area.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8160" y="201168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248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02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4192" y="297180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Evidence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84192" y="379476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flood-risk, history, corroboration, ambassador truth, rumour similarity — in parallel.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73952" y="297180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73952" y="379476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pure, deterministic function scores the evidence. Not Claude.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7680" y="201168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200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63712" y="297180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63712" y="379476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plain-language, bilingual rationale for the decision already made.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997440" y="201168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7176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717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53472" y="297180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253472" y="379476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Verdict-specific message dispatched to the right channels.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INNOVATION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deterministic and tested — not an LLM's guess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evidence → always escalate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confident verdict from too little evidence, in either direction.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data ≠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Treating an unavailable reading as "no risk" instead of "unknown".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Corroboration is weighted, not decisive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popular or repeated message manufacturing false confidence.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 are surfaced, not resolved silently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Picking a side when evidence genuinely disagrees.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evidence of flooding" ≠ "evidence of no flooding"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Calling a rumour false just because nothing was found yet.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unit tests in tests/unit/risk-engine.test.ts encode these rules directly — every one is checked on every commit via CI.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auditability are structural, not an afterthought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isolation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phone numbers live in one table with no default read access — not even for admins. Revealing one is logged.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everywhere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88036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is RLS-scoped: ambassadors see only their ward; residents get no direct table access at 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88036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and alert is traceable to the evidence snapshot and model version that produced it.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3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— MISSION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every report, live, on a real-time 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6-admin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+ status view, colored by verdict — Verified Warning, Elevated Risk, False Information.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— RESIDENT INTAKE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takes seconds, even without WhatsApp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86010" y="1728216"/>
            <a:ext cx="5616931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2-repor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874" y="1783080"/>
            <a:ext cx="5507203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also runs on real inbound WhatsApp and SMS messages — this form is the fallback channel.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— YOUTH AMBASSADOR PWA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from the people already trusted locally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11-ambassador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offline-tolerant PWA — built for patchy 2G/3G coverage, not a desktop-first dashboard.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REAL PARTNERS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in this build is real — not a mockup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029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Esri ArcGIS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Flood-risk zone geography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Live-ready, sandbox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/ ERA5 reanalysis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— free, keyless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WhatsApp Cloud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 intake +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Live-ready, sandbox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Africa's Talking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intake +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Live-ready, sandbox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understanding + rationale (never the decision)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Live-ready, sandbox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+ pgvector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Rumour-pattern semantic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Live-ready, lexical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(Postgres/PostGIS/pgvector)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entire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auto-detects live vs. sandbox mode from its own credentials — no code changes needed to go live.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REAL-WORLD BENEFIT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pilot targets, tied to acceptance criteria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EA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households receive alerts within 30 minutes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EAF5F4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rumour spread in pilot zones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EA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8388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youth ambassadors trained in the AI tool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computed live from recorded reports, alerts and ambassador logs (the pilot_metrics database view) — never a hand-typed demo number.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FLOODFACT AI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points, at a glance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246888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chatbot fact-checker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Alert-broadcast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FloodFact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LLM opinion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single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6 sources, 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rumours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trust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youth ambassadors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evidence-grounded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channels people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WhatsApp + SMS + notice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under uncertainty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can hallucinate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escalates to a 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5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E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beyond Mukuru without a rewrite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05200" cy="3931920"/>
          </a:xfrm>
          <a:prstGeom prst="roundRect">
            <a:avLst>
              <a:gd name="adj" fmla="val 2087"/>
            </a:avLst>
          </a:prstGeom>
          <a:solidFill>
            <a:srgbClr val="0F6F7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971800"/>
            <a:ext cx="2993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3794760"/>
            <a:ext cx="2993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+ WhatsApp rumour verification. Mukuru: kwa Reuben, kwa Njenga, Viwandani.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8160" y="2011680"/>
            <a:ext cx="3505200" cy="3931920"/>
          </a:xfrm>
          <a:prstGeom prst="roundRect">
            <a:avLst>
              <a:gd name="adj" fmla="val 2087"/>
            </a:avLst>
          </a:prstGeom>
          <a:solidFill>
            <a:srgbClr val="0F6F73"/>
          </a:solidFill>
          <a:ln/>
        </p:spPr>
      </p:sp>
      <p:sp>
        <p:nvSpPr>
          <p:cNvPr id="10" name="Shape 8"/>
          <p:cNvSpPr/>
          <p:nvPr/>
        </p:nvSpPr>
        <p:spPr>
          <a:xfrm>
            <a:off x="460248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4192" y="2971800"/>
            <a:ext cx="2993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84192" y="3794760"/>
            <a:ext cx="2993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landslide and fire hazards — new provider adapters and rows, same pipeline.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2011680"/>
            <a:ext cx="3505200" cy="3931920"/>
          </a:xfrm>
          <a:prstGeom prst="roundRect">
            <a:avLst>
              <a:gd name="adj" fmla="val 2087"/>
            </a:avLst>
          </a:prstGeom>
          <a:solidFill>
            <a:srgbClr val="0F6F7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3712" y="2971800"/>
            <a:ext cx="2993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63712" y="3794760"/>
            <a:ext cx="2993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SMS, radio, TV, USSD, and national scale across Nairobi's settlements.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goals this hackathon serves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— Sustainable Cities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more resilient informal settlements in Nairobi.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— Climate 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8803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flood early warning and climate adaptation.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 — Partnerships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8803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KMD, Kenya Red Cross, UN-Habitat, youth groups, county government.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performs the evidence check.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carry the trust.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system, source code, and setup guide: see the Demonstration file and the linked repository.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x City Climate Action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FloodFact AI</dc:creator>
  <cp:lastModifiedBy>FloodFact AI</cp:lastModifiedBy>
  <cp:revision>1</cp:revision>
  <dcterms:created xsi:type="dcterms:W3CDTF">2026-09-01T12:54:45Z</dcterms:created>
  <dcterms:modified xsi:type="dcterms:W3CDTF">2026-09-01T12:54:45Z</dcterms:modified>
</cp:coreProperties>
</file>