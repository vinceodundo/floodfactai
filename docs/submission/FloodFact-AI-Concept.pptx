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3F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X CITY CLIMATE ACTION HACKATHON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 warnings people can trust. Rumours that stop spreading.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— Phase 1 Pilot: Mukuru, Nairobi (kwa Reuben · kwa Njenga · Viwandani)</a:t>
            </a:r>
            <a:endParaRPr lang="en-US" sz="1600" dirty="0"/>
          </a:p>
        </p:txBody>
      </p:sp>
      <p:sp>
        <p:nvSpPr>
          <p:cNvPr id="5" name="TextBox 4"/>
          <p:cNvSpPr txBox="1"/>
          <p:nvPr/>
        </p:nvSpPr>
        <p:spPr>
          <a:xfrm>
            <a:off x="822960" y="48920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B6"/>
                </a:solidFill>
                <a:latin typeface="Calibri"/>
              </a:rPr>
              <a:t>Team: Samuel Mburu Kairu · Vincent Odundo · Alvin Nyota · Amani Maria — Nairobi, Kenya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CITY CLIMATE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long rain, two disasters hit at once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FDECE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7724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Kibera households flooded in a single rainy season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Economic Forum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5196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FDF3E3"/>
          </a:solidFill>
          <a:ln/>
        </p:spPr>
      </p:sp>
      <p:sp>
        <p:nvSpPr>
          <p:cNvPr id="9" name="Text 7"/>
          <p:cNvSpPr/>
          <p:nvPr/>
        </p:nvSpPr>
        <p:spPr>
          <a:xfrm>
            <a:off x="448056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hrs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48056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delay before official alerts reached residents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8056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Red Cross, 2023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95528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EEF1F4"/>
          </a:solidFill>
          <a:ln/>
        </p:spPr>
      </p:sp>
      <p:sp>
        <p:nvSpPr>
          <p:cNvPr id="13" name="Text 11"/>
          <p:cNvSpPr/>
          <p:nvPr/>
        </p:nvSpPr>
        <p:spPr>
          <a:xfrm>
            <a:off x="818388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 5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18388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messages during the 2023 floods were unverified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8388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iHub Kenya Research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45720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flood is the first emergency. The wave of unverified WhatsApp rumours that follows — false dam-burst warnings, panicked evacuations, then real alerts ignored because trust is gone — is the second. Nairobi's informal settlements hold 60% of the city's population but receive less than 10% of its climate adaptation resources.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ALREADY HAPPENED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incidents, not hypotheticals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37210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48600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Mathare — April 2024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48600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floods struck at 2 AM with no official alert issued. A viral WhatsApp voice note falsely claiming a nearby dam had burst sent families fleeing into more dangerous streets — two people were injured in the panic.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04672" y="4754880"/>
            <a:ext cx="48600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Red Cross field report, Apr 2024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40780" y="1965960"/>
            <a:ext cx="537210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6812" y="2194560"/>
            <a:ext cx="48600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Kibera — May 2023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6812" y="2880360"/>
            <a:ext cx="48600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KMD regional advisory was issued but never reached households — a 72-hour average delay. So many false WhatsApp warnings had already circulated that residents dismissed the eventual official SMS alerts too.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96812" y="4754880"/>
            <a:ext cx="48600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Red Cross 2023; iHub Kenya Research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Early-warning tools and fact-checkers each solve half the problem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39319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Early-warning systems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Broadcast alerts from weather/hydrology data.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04672" y="5120640"/>
            <a:ext cx="29626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don't touch the disinformation that undermines trust in the alert itself.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965960"/>
            <a:ext cx="3474720" cy="39319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Fact-checking tools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99432" y="288036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viral claims after the fact.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99432" y="5120640"/>
            <a:ext cx="29626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not built for real-time, hyperlocal, life-safety decisions.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965960"/>
            <a:ext cx="3474720" cy="3931920"/>
          </a:xfrm>
          <a:prstGeom prst="roundRect">
            <a:avLst>
              <a:gd name="adj" fmla="val 2105"/>
            </a:avLst>
          </a:prstGeom>
          <a:solidFill>
            <a:srgbClr val="EAF5F4"/>
          </a:solidFill>
          <a:ln w="28575">
            <a:solidFill>
              <a:srgbClr val="0C5A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9419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394192" y="2880360"/>
            <a:ext cx="29626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Cross-checks the report against real evidence AND classifies rumours — in the same pipeline, in seconds.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94192" y="5120640"/>
            <a:ext cx="29626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exactly this gap.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5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AE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Community-centered early warning and verification, in one pipeline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 report. AI cross-checks against real evidence. Trusted alerts go back out through the channels people already use.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0F6F73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04672" y="3383280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Submits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04672" y="4206240"/>
            <a:ext cx="20482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WhatsApp, SMS, the web, or a trained youth ambassador.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83280" y="242316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0F6F73"/>
          </a:solidFill>
          <a:ln/>
        </p:spPr>
      </p:sp>
      <p:sp>
        <p:nvSpPr>
          <p:cNvPr id="11" name="Shape 9"/>
          <p:cNvSpPr/>
          <p:nvPr/>
        </p:nvSpPr>
        <p:spPr>
          <a:xfrm>
            <a:off x="365760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639312" y="3383280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Cross-Checks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639312" y="4206240"/>
            <a:ext cx="20482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Rainfall, flood-risk zones, history, and ground truth — gathered in parallel.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242316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0F6F73"/>
          </a:solidFill>
          <a:ln/>
        </p:spPr>
      </p:sp>
      <p:sp>
        <p:nvSpPr>
          <p:cNvPr id="16" name="Shape 14"/>
          <p:cNvSpPr/>
          <p:nvPr/>
        </p:nvSpPr>
        <p:spPr>
          <a:xfrm>
            <a:off x="649224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922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73952" y="3383280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Classified in Seconds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73952" y="4206240"/>
            <a:ext cx="20482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deterministic, exhaustively tested engine decides — never an LLM guess.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2423160"/>
            <a:ext cx="2560320" cy="3931920"/>
          </a:xfrm>
          <a:prstGeom prst="roundRect">
            <a:avLst>
              <a:gd name="adj" fmla="val 2857"/>
            </a:avLst>
          </a:prstGeom>
          <a:solidFill>
            <a:srgbClr val="0F6F73"/>
          </a:solidFill>
          <a:ln/>
        </p:spPr>
      </p:sp>
      <p:sp>
        <p:nvSpPr>
          <p:cNvPr id="21" name="Shape 19"/>
          <p:cNvSpPr/>
          <p:nvPr/>
        </p:nvSpPr>
        <p:spPr>
          <a:xfrm>
            <a:off x="932688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32688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308592" y="3383280"/>
            <a:ext cx="20482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Delivered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9308592" y="4206240"/>
            <a:ext cx="20482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out via WhatsApp, SMS, notice points, and youth ambassadors.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 &amp; COMMUNITY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around the people who live the problem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25780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94560"/>
            <a:ext cx="502920" cy="502920"/>
          </a:xfrm>
          <a:prstGeom prst="ellipse">
            <a:avLst/>
          </a:prstGeom>
          <a:solidFill>
            <a:srgbClr val="EAF5F4"/>
          </a:solidFill>
          <a:ln w="19050">
            <a:solidFill>
              <a:srgbClr val="0C5A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2542032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 report or a suspicious message; get a clear verdict and action, in their language.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80760" y="1920240"/>
            <a:ext cx="525780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55080" y="2194560"/>
            <a:ext cx="502920" cy="502920"/>
          </a:xfrm>
          <a:prstGeom prst="ellipse">
            <a:avLst/>
          </a:prstGeom>
          <a:solidFill>
            <a:srgbClr val="EAF5F4"/>
          </a:solidFill>
          <a:ln w="19050">
            <a:solidFill>
              <a:srgbClr val="0C5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040880" y="212140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Youth Ambassadors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40880" y="2542032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community members who validate on the ground, explain results locally, and log ground-truth observations.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25780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06240"/>
            <a:ext cx="502920" cy="502920"/>
          </a:xfrm>
          <a:prstGeom prst="ellipse">
            <a:avLst/>
          </a:prstGeom>
          <a:solidFill>
            <a:srgbClr val="EAF5F4"/>
          </a:solidFill>
          <a:ln w="19050">
            <a:solidFill>
              <a:srgbClr val="0C5A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508760" y="413308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/ Admin Team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4553712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live activity on a mission-control dashboard, review escalations, watch data-source health.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80760" y="3931920"/>
            <a:ext cx="525780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55080" y="4206240"/>
            <a:ext cx="502920" cy="502920"/>
          </a:xfrm>
          <a:prstGeom prst="ellipse">
            <a:avLst/>
          </a:prstGeom>
          <a:solidFill>
            <a:srgbClr val="EAF5F4"/>
          </a:solidFill>
          <a:ln w="19050">
            <a:solidFill>
              <a:srgbClr val="0C5A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040880" y="4133088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40880" y="4553712"/>
            <a:ext cx="4069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KMD, Kenya Red Cross, UN-Habitat, youth groups, county government — coordinate response using the same evidence trail.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3F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AE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FUNCTIONALITY &amp; METHODOLOGY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inside "AI Cross-Checks"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0467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0467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extracts hazard type, location, claims — never infers facts not stated.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43840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10" name="Shape 8"/>
          <p:cNvSpPr/>
          <p:nvPr/>
        </p:nvSpPr>
        <p:spPr>
          <a:xfrm>
            <a:off x="271272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271272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69443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69443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hyperlocal gazetteer + PostGIS resolve the exact pilot sub-area.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2816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15" name="Shape 13"/>
          <p:cNvSpPr/>
          <p:nvPr/>
        </p:nvSpPr>
        <p:spPr>
          <a:xfrm>
            <a:off x="460248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60248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8419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Evidence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58419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Rainfall, flood-risk, history, corroboration, ambassador truth, rumour similarity — in parallel.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20" name="Shape 18"/>
          <p:cNvSpPr/>
          <p:nvPr/>
        </p:nvSpPr>
        <p:spPr>
          <a:xfrm>
            <a:off x="649224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7395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47395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pure, deterministic function scores the evidence. Not Claude.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0768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25" name="Shape 23"/>
          <p:cNvSpPr/>
          <p:nvPr/>
        </p:nvSpPr>
        <p:spPr>
          <a:xfrm>
            <a:off x="838200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38200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36371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836371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writes the plain-language, bilingual rationale for the decision already made.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997440" y="201168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30" name="Shape 28"/>
          <p:cNvSpPr/>
          <p:nvPr/>
        </p:nvSpPr>
        <p:spPr>
          <a:xfrm>
            <a:off x="1027176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027176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93F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253472" y="297180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10253472" y="379476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Verdict-specific message dispatched to the right channels.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UNIQUE INNOVATION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is deterministic and tested — not an LLM's guess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 rule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prevents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Insufficient evidence → always escalate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confident verdict from too little evidence, in either direction.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data ≠ zero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Treating an unavailable reading as "no risk" instead of "unknown".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Corroboration is weighted, not decisive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popular or repeated message manufacturing false confidence.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Conflicts are surfaced, not resolved silently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Picking a side when evidence genuinely disagrees.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"No evidence of flooding" ≠ "evidence of no flooding"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Calling a rumour false just because nothing was found yet.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unit tests in tests/unit/risk-engine.test.ts encode these rules directly — every one is checked on every commit via CI.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TRUST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and auditability are structural, not an afterthought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isolation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phone numbers live in one table with no default read access — not even for admins. Revealing one is logged.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Level Security everywhere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9943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table is RLS-scoped: ambassadors see only their ward; residents get no direct table access at all.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9419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classification and alert is traceable to the evidence snapshot and model version that produced it.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3F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— MISSION CONTROL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 see every report, live, on a real-time map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6-admin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7D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feed + status view, colored by verdict — Verified Warning, Elevated Risk, False Information.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— RESIDENT INTAKE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takes seconds, even without WhatsApp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714081" y="1728216"/>
            <a:ext cx="4760790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2-report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68945" y="1783080"/>
            <a:ext cx="4651062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pipeline also runs on real inbound WhatsApp and SMS messages — this form is the fallback channel.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— YOUTH AMBASSADOR PWA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from the people already trusted locally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11-ambassador-que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Installable, offline-tolerant PWA — built for patchy 2G/3G coverage, not a desktop-first dashboard.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REAL PARTNERS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integration in this build is real — not a mockup</a:t>
            </a:r>
            <a:endParaRPr lang="en-US" sz="27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5029200"/>
                <a:gridCol w="27432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Esri ArcGIS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Flood-risk zone geography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— WRI Aqueduct flood-risk atlas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Open-Meteo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Rainfall / ERA5 reanalysis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— free, keyless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WhatsApp Cloud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 intake + alerts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Live-ready, sandbox fallback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Africa's Talking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intake + alerts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— sandbox account 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 Claude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understanding + rationale (never the decision)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— 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Voyage AI + pgvector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Rumour-pattern semantic matching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— 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(Postgres/PostGIS/pgvector)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entire backend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provider auto-detects live vs. sandbox mode from its own credentials — no code changes needed to go live.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REAL-WORLD BENEFIT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pilot targets, tied to acceptance criteria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EAF5F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7724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households receive alerts within 30 minutes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target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5196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EAF5F4"/>
          </a:solidFill>
          <a:ln/>
        </p:spPr>
      </p:sp>
      <p:sp>
        <p:nvSpPr>
          <p:cNvPr id="9" name="Text 7"/>
          <p:cNvSpPr/>
          <p:nvPr/>
        </p:nvSpPr>
        <p:spPr>
          <a:xfrm>
            <a:off x="448056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48056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rumour spread in pilot zones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8056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target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955280" y="1965960"/>
            <a:ext cx="3383280" cy="2331720"/>
          </a:xfrm>
          <a:prstGeom prst="roundRect">
            <a:avLst>
              <a:gd name="adj" fmla="val 3137"/>
            </a:avLst>
          </a:prstGeom>
          <a:solidFill>
            <a:srgbClr val="EAF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183880" y="21488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183880" y="2926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youth ambassadors trained in the AI tool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83880" y="3886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target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45720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computed live from recorded reports, alerts and ambassador logs (the pilot_metrics database view) — never a hand-typed demo number.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FLOODFACT AI WINS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selling points, at a glance</a:t>
            </a:r>
            <a:endParaRPr lang="en-US" sz="27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834640"/>
                <a:gridCol w="2468880"/>
                <a:gridCol w="27432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chatbot fact-checker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Alert-broadcast system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FloodFact AI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Evidence-based decision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LLM opinion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single 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6 sources, deterministic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Handles rumours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trust layer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youth ambassadors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Explainable verdict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sometimes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evidence-grounded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channels people 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WhatsApp + SMS + notice 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 under uncertainty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can hallucinate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escalates to a human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5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AE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scale beyond Mukuru without a rewrite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505200" cy="3931920"/>
          </a:xfrm>
          <a:prstGeom prst="roundRect">
            <a:avLst>
              <a:gd name="adj" fmla="val 2087"/>
            </a:avLst>
          </a:prstGeom>
          <a:solidFill>
            <a:srgbClr val="0F6F73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04672" y="2971800"/>
            <a:ext cx="2993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Now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04672" y="3794760"/>
            <a:ext cx="29931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 + WhatsApp rumour verification. Mukuru: kwa Reuben, kwa Njenga, Viwandani.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8160" y="2011680"/>
            <a:ext cx="3505200" cy="3931920"/>
          </a:xfrm>
          <a:prstGeom prst="roundRect">
            <a:avLst>
              <a:gd name="adj" fmla="val 2087"/>
            </a:avLst>
          </a:prstGeom>
          <a:solidFill>
            <a:srgbClr val="0F6F73"/>
          </a:solidFill>
          <a:ln/>
        </p:spPr>
      </p:sp>
      <p:sp>
        <p:nvSpPr>
          <p:cNvPr id="10" name="Shape 8"/>
          <p:cNvSpPr/>
          <p:nvPr/>
        </p:nvSpPr>
        <p:spPr>
          <a:xfrm>
            <a:off x="460248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460248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84192" y="2971800"/>
            <a:ext cx="2993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584192" y="3794760"/>
            <a:ext cx="29931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landslide and fire hazards — new provider adapters and rows, same pipeline.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07680" y="2011680"/>
            <a:ext cx="3505200" cy="3931920"/>
          </a:xfrm>
          <a:prstGeom prst="roundRect">
            <a:avLst>
              <a:gd name="adj" fmla="val 2087"/>
            </a:avLst>
          </a:prstGeom>
          <a:solidFill>
            <a:srgbClr val="0F6F73"/>
          </a:solidFill>
          <a:ln/>
        </p:spPr>
      </p:sp>
      <p:sp>
        <p:nvSpPr>
          <p:cNvPr id="15" name="Shape 13"/>
          <p:cNvSpPr/>
          <p:nvPr/>
        </p:nvSpPr>
        <p:spPr>
          <a:xfrm>
            <a:off x="8382000" y="228600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38200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63712" y="2971800"/>
            <a:ext cx="2993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363712" y="3794760"/>
            <a:ext cx="299313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SMS, radio, TV, USSD, and national scale across Nairobi's settlements.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ALIGNMENT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the goals this hackathon serves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11 — Sustainable Cities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Safer, more resilient informal settlements in Nairobi.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96596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13 — Climate Action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99432" y="28803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Community-led flood early warning and climate adaptation.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747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SDG 17 — Partnerships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94192" y="28803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KMD, Kenya Red Cross, UN-Habitat, youth groups, county government.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3F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performs the evidence check.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carry the trust.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working system, source code, and setup guide: see the Demonstration file and the linked repository.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B6"/>
                </a:solidFill>
                <a:latin typeface="Calibri"/>
              </a:rPr>
              <a:t>Team: Samuel Mburu Kairu · Vincent Odundo · Alvin Nyota · Amani Maria — Nairobi, Kenya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 x City Climate Action Hackathon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FloodFact AI</dc:creator>
  <cp:lastModifiedBy>FloodFact AI</cp:lastModifiedBy>
  <cp:revision>1</cp:revision>
  <dcterms:created xsi:type="dcterms:W3CDTF">2026-09-01T14:37:44Z</dcterms:created>
  <dcterms:modified xsi:type="dcterms:W3CDTF">2026-09-01T14:37:44Z</dcterms:modified>
</cp:coreProperties>
</file>